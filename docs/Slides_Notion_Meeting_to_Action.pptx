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1328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9112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96896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54680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12464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0248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85816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01384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59168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16952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4736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32520" y="18288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1328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39112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96896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12464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70248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85816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01384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59168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16952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74736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32520" y="74066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3544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81328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39112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96896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54680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12464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70248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85816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1384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59168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16952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74736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32520" y="129844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3544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81328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39112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96896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54680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12464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70248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28032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85816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43600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01384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059168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16952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74736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32520" y="185623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5760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23544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481328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039112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96896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154680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712464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70248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28032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85816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943600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501384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059168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616952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174736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32520" y="2414016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5760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23544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481328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039112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596896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54680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712464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270248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828032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385816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943600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501384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059168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16952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174736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32520" y="2971800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5760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23544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481328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039112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96896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154680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712464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70248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828032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385816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943600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501384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059168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616952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174736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732520" y="3529584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65760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23544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481328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039112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596896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154680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712464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70248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828032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385816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943600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501384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059168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616952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174736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732520" y="4087368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65760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23544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481328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039112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596896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154680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712464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270248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28032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385816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943600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01384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059168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616952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174736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732520" y="4645152"/>
            <a:ext cx="475488" cy="475488"/>
          </a:xfrm>
          <a:prstGeom prst="rect">
            <a:avLst/>
          </a:prstGeom>
          <a:solidFill>
            <a:srgbClr val="181818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>
              <a:alpha val="62000"/>
            </a:srgbClr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57200" y="868680"/>
            <a:ext cx="2377440" cy="329184"/>
          </a:xfrm>
          <a:prstGeom prst="roundRect">
            <a:avLst>
              <a:gd name="adj" fmla="val 38889"/>
            </a:avLst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57200" y="868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PITCH  ·  2026</a:t>
            </a:r>
            <a:endParaRPr lang="en-US" sz="900" dirty="0"/>
          </a:p>
        </p:txBody>
      </p:sp>
      <p:sp>
        <p:nvSpPr>
          <p:cNvPr id="150" name="Text 148"/>
          <p:cNvSpPr/>
          <p:nvPr/>
        </p:nvSpPr>
        <p:spPr>
          <a:xfrm>
            <a:off x="457200" y="1371600"/>
            <a:ext cx="73152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6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Action</a:t>
            </a:r>
            <a:endParaRPr lang="en-US" sz="6800" dirty="0"/>
          </a:p>
        </p:txBody>
      </p:sp>
      <p:sp>
        <p:nvSpPr>
          <p:cNvPr id="151" name="Text 149"/>
          <p:cNvSpPr/>
          <p:nvPr/>
        </p:nvSpPr>
        <p:spPr>
          <a:xfrm>
            <a:off x="457200" y="3493008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Notion feature that converts raw meeting notes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structured tasks, decisions, and follow-ups — in one click.</a:t>
            </a:r>
            <a:endParaRPr lang="en-US" sz="1400" dirty="0"/>
          </a:p>
        </p:txBody>
      </p:sp>
      <p:sp>
        <p:nvSpPr>
          <p:cNvPr id="152" name="Shape 150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5720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Adehoun  ·  Product Manager  ·  Hello PM Mentorship</a:t>
            </a:r>
            <a:endParaRPr lang="en-US" sz="1000" dirty="0"/>
          </a:p>
        </p:txBody>
      </p:sp>
      <p:sp>
        <p:nvSpPr>
          <p:cNvPr id="154" name="Text 152"/>
          <p:cNvSpPr/>
          <p:nvPr/>
        </p:nvSpPr>
        <p:spPr>
          <a:xfrm>
            <a:off x="7589520" y="48280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happen.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Follow-through doesn't.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2304288"/>
            <a:ext cx="475488" cy="475488"/>
          </a:xfrm>
          <a:prstGeom prst="ellipse">
            <a:avLst/>
          </a:prstGeom>
          <a:solidFill>
            <a:srgbClr val="EFEDE8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3500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85292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354787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per person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at startups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73552" y="2148840"/>
            <a:ext cx="2606040" cy="2514600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2304288"/>
            <a:ext cx="475488" cy="475488"/>
          </a:xfrm>
          <a:prstGeom prst="ellipse">
            <a:avLst/>
          </a:prstGeom>
          <a:solidFill>
            <a:srgbClr val="C44D1B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3500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73552" y="285292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3273552" y="354787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meetings end with no documented action items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9904" y="214884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2304288"/>
            <a:ext cx="475488" cy="475488"/>
          </a:xfrm>
          <a:prstGeom prst="ellipse">
            <a:avLst/>
          </a:prstGeom>
          <a:solidFill>
            <a:srgbClr val="EFEDE8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35000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9904" y="285292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6089904" y="354787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spent on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post-meeting admin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488289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3D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Reclaim.ai State of Meetings 2023  ·  Harvard Business Review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THE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captures everything.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structures nothing.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3749040" cy="2743200"/>
          </a:xfrm>
          <a:prstGeom prst="rect">
            <a:avLst/>
          </a:prstGeom>
          <a:solidFill>
            <a:srgbClr val="EFEDE8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17627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today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578608"/>
            <a:ext cx="33375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raw notes  ✓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Organises pages &amp; docs  ✓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Summarises text (generic AI)  ✓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C0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decisions automatically  ✗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C0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tasks with owners  ✗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C0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follow-up messages  ✗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79392" y="3108960"/>
            <a:ext cx="585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224528" y="356616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3D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37760" y="2029968"/>
            <a:ext cx="3749040" cy="2743200"/>
          </a:xfrm>
          <a:prstGeom prst="rect">
            <a:avLst/>
          </a:prstGeom>
          <a:solidFill>
            <a:srgbClr val="DCFA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38928" y="217627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teams need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38928" y="2578608"/>
            <a:ext cx="33375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surfaced automatically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extracted from notes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matched to team members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dates inferred from context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ready to copy and send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without leaving Notion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WHO WE'RE BUILDING FOR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fast-moving teams already inside Notion.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4005072" cy="3520440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9888"/>
            <a:ext cx="4005072" cy="64008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087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Lead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/ Agency · 5–50 people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225856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2487168"/>
            <a:ext cx="3611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F5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3–5 meetings a day. Always the one expected to send the recap. Rarely has 30 minutes after a call to do it properly.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340156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BE DONE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363931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decisions while momentum is hot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action items before people forget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team accountable without micromanaging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73168" y="1389888"/>
            <a:ext cx="40050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389888"/>
            <a:ext cx="4005072" cy="64008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74336" y="15087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Manager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74336" y="19202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Agency, Product Team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74336" y="225856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74336" y="2487168"/>
            <a:ext cx="3611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multiple workstreams. Post-meeting admin is the first thing skipped when things get busy — and the first thing blamed when things fall through.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74336" y="340156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BE DONE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74336" y="363931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an action item across workstreams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owners before the next meeting begins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less time on admin, more on delivery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to Action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button. Three outputs. Zero admin.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38528"/>
            <a:ext cx="2606040" cy="2907792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38528"/>
            <a:ext cx="2606040" cy="64008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21408"/>
            <a:ext cx="512064" cy="512064"/>
          </a:xfrm>
          <a:prstGeom prst="ellipse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176272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Summary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1792" y="329184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Auto-extracts meeting date, attendees, key decisions, open questions, and context into an editable block at the top of the page.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73552" y="1938528"/>
            <a:ext cx="2606040" cy="2907792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73552" y="1938528"/>
            <a:ext cx="2606040" cy="64008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2121408"/>
            <a:ext cx="512064" cy="512064"/>
          </a:xfrm>
          <a:prstGeom prst="ellipse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6" y="2176272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38144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Tasks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38144" y="329184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action items and generates task suggestions with owner (matched to workspace members) and due date (inferred from context).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89904" y="1938528"/>
            <a:ext cx="2606040" cy="2907792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89904" y="1938528"/>
            <a:ext cx="2606040" cy="64008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91072" y="2121408"/>
            <a:ext cx="512064" cy="512064"/>
          </a:xfrm>
          <a:prstGeom prst="ellipse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08" y="2176272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54496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Draft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254496" y="329184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plain-language summary of what was discussed, decided, and what happens next. Toggle between email and Slack format.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steps. One workflow.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953512" y="237744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3D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606040" cy="3584448"/>
          </a:xfrm>
          <a:prstGeom prst="rect">
            <a:avLst/>
          </a:prstGeom>
          <a:solidFill>
            <a:srgbClr val="F7F6F3"/>
          </a:solidFill>
          <a:ln w="12700">
            <a:solidFill>
              <a:srgbClr val="E0DE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26464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3D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your notes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688336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paste meeting notes into any Notion page — or paste a transcript from Zoom, Google Meet, or Microsoft Teams. No new tools needed.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2286000" cy="320040"/>
          </a:xfrm>
          <a:prstGeom prst="roundRect">
            <a:avLst>
              <a:gd name="adj" fmla="val 34286"/>
            </a:avLst>
          </a:prstGeom>
          <a:solidFill>
            <a:srgbClr val="EFEDE8"/>
          </a:solidFill>
          <a:ln w="12700">
            <a:solidFill>
              <a:srgbClr val="D3D1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notes  ·  Transcript paste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9864" y="237744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3D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73552" y="1298448"/>
            <a:ext cx="2606040" cy="3584448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56432" y="1426464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456432" y="2084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'Generate'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56432" y="2688336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Meeting to Action from the Notion toolbar. The AI reads the page, detects decisions and action items, identifies names, and extracts dates.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56432" y="4160520"/>
            <a:ext cx="2286000" cy="320040"/>
          </a:xfrm>
          <a:prstGeom prst="roundRect">
            <a:avLst>
              <a:gd name="adj" fmla="val 34286"/>
            </a:avLst>
          </a:prstGeom>
          <a:solidFill>
            <a:srgbClr val="C44D1B"/>
          </a:solidFill>
          <a:ln w="12700">
            <a:solidFill>
              <a:srgbClr val="C44D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 ·  Under 8 seconds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9904" y="1298448"/>
            <a:ext cx="2606040" cy="3584448"/>
          </a:xfrm>
          <a:prstGeom prst="rect">
            <a:avLst/>
          </a:prstGeom>
          <a:solidFill>
            <a:srgbClr val="F7F6F3"/>
          </a:solidFill>
          <a:ln w="12700">
            <a:solidFill>
              <a:srgbClr val="E0DE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72784" y="1426464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3D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272784" y="2084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save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72784" y="2688336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output blocks appear inline. Edit any field — change owners, adjust due dates, rewrite the summary. Nothing is saved until you confirm.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72784" y="4160520"/>
            <a:ext cx="2286000" cy="320040"/>
          </a:xfrm>
          <a:prstGeom prst="roundRect">
            <a:avLst>
              <a:gd name="adj" fmla="val 34286"/>
            </a:avLst>
          </a:prstGeom>
          <a:solidFill>
            <a:srgbClr val="EFEDE8"/>
          </a:solidFill>
          <a:ln w="12700">
            <a:solidFill>
              <a:srgbClr val="D3D1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editable  ·  User confirms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FEATURE DETAIL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produces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08176"/>
            <a:ext cx="457200" cy="457200"/>
          </a:xfrm>
          <a:prstGeom prst="ellipse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289304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Summary Block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61872" y="1645920"/>
            <a:ext cx="2852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inline. Capped at 150 words.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1316736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7F6F3"/>
          </a:solidFill>
          <a:ln w="12700">
            <a:solidFill>
              <a:srgbClr val="D3D1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43400" y="1316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date &amp; attendees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83096" y="1316736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7F6F3"/>
          </a:solidFill>
          <a:ln w="12700">
            <a:solidFill>
              <a:srgbClr val="D3D1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83096" y="1316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(bulleted)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43400" y="167335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7F6F3"/>
          </a:solidFill>
          <a:ln w="12700">
            <a:solidFill>
              <a:srgbClr val="D3D1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43400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&amp; blockers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83096" y="167335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7F6F3"/>
          </a:solidFill>
          <a:ln w="12700">
            <a:solidFill>
              <a:srgbClr val="D3D1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83096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notes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D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2368296"/>
            <a:ext cx="457200" cy="457200"/>
          </a:xfrm>
          <a:prstGeom prst="ellipse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2316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61872" y="2249424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Notion Tasks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261872" y="2606040"/>
            <a:ext cx="2852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shown on inferred fields. User confirms before tasks are saved.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343400" y="2276856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7F6F3"/>
          </a:solidFill>
          <a:ln w="12700">
            <a:solidFill>
              <a:srgbClr val="D3D1C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343400" y="22768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title (from action item)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483096" y="2276856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7F6F3"/>
          </a:solidFill>
          <a:ln w="12700">
            <a:solidFill>
              <a:srgbClr val="D3D1C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83096" y="22768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→ workspace member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343400" y="263347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7F6F3"/>
          </a:solidFill>
          <a:ln w="12700">
            <a:solidFill>
              <a:srgbClr val="D3D1C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343400" y="2633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(inferred or +2d)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483096" y="263347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7F6F3"/>
          </a:solidFill>
          <a:ln w="12700">
            <a:solidFill>
              <a:srgbClr val="D3D1C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83096" y="2633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meeting page link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57200" y="3145536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D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94360" y="3328416"/>
            <a:ext cx="457200" cy="457200"/>
          </a:xfrm>
          <a:prstGeom prst="ellipse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261872" y="3209544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Message Draft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1261872" y="3566160"/>
            <a:ext cx="2852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100 words. Toggle email or Slack before copying.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4343400" y="3236976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7F6F3"/>
          </a:solidFill>
          <a:ln w="12700">
            <a:solidFill>
              <a:srgbClr val="D3D1CB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343400" y="32369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discussed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483096" y="3236976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7F6F3"/>
          </a:solidFill>
          <a:ln w="12700">
            <a:solidFill>
              <a:srgbClr val="D3D1CB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483096" y="32369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decided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4343400" y="3593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7F6F3"/>
          </a:solidFill>
          <a:ln w="12700">
            <a:solidFill>
              <a:srgbClr val="D3D1CB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4343400" y="3593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483096" y="3593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7F6F3"/>
          </a:solidFill>
          <a:ln w="12700">
            <a:solidFill>
              <a:srgbClr val="D3D1CB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483096" y="3593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copy to clipboard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457200" y="4160520"/>
            <a:ext cx="8229600" cy="713232"/>
          </a:xfrm>
          <a:prstGeom prst="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58368" y="431596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2258568" y="431596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3858768" y="431596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</a:t>
            </a:r>
            <a:endParaRPr lang="en-US" sz="1200" dirty="0"/>
          </a:p>
        </p:txBody>
      </p:sp>
      <p:sp>
        <p:nvSpPr>
          <p:cNvPr id="47" name="Text 42"/>
          <p:cNvSpPr/>
          <p:nvPr/>
        </p:nvSpPr>
        <p:spPr>
          <a:xfrm>
            <a:off x="5458968" y="431596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7059168" y="431596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RISKS &amp; MITIGATIONS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thought through what breaks.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11556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63240" y="111556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59552" y="11155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35024"/>
            <a:ext cx="8229600" cy="64008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4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35024"/>
            <a:ext cx="54864" cy="640080"/>
          </a:xfrm>
          <a:prstGeom prst="rect">
            <a:avLst/>
          </a:prstGeom>
          <a:solidFill>
            <a:srgbClr val="C03535"/>
          </a:solidFill>
          <a:ln w="12700">
            <a:solidFill>
              <a:srgbClr val="C035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7160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owner or date assigned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63240" y="13716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Erodes trust faster than no AI at 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59552" y="137160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indicators on all inferred fields. Default to unassigned below threshold.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4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48256"/>
            <a:ext cx="54864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08483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parsing inconsistencies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3240" y="208483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tools produce different formats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59552" y="20848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top 3 formats. Fail gracefully to manual mode with a clear message.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61488"/>
            <a:ext cx="8229600" cy="64008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61488"/>
            <a:ext cx="54864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79806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63240" y="279806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content is sensitive business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59552" y="279806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consent prompt. Rely on existing workspace privacy controls. No training on content.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74720"/>
            <a:ext cx="54864" cy="64008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51129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created, not completed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63240" y="351129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Vanity metrics mask real execution gaps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59552" y="351129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task completion, not just creation. Run 60-day cohort study post-launch.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87952"/>
            <a:ext cx="8229600" cy="64008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4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87952"/>
            <a:ext cx="54864" cy="64008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22452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too verbose to edit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063240" y="422452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abandon the feature mid-flow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59552" y="422452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capped at 150 words. Follow-up at 100. Usability tested before GA.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SUCCESS METRICS &amp; ROLLOUT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it. How we ship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2029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029968"/>
            <a:ext cx="73152" cy="1298448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5798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277977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Time-to-action post-meeting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2029968"/>
            <a:ext cx="2029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2029968"/>
            <a:ext cx="73152" cy="1298448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215798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898648" y="277977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creation from meeting pages (90d)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2029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474720"/>
            <a:ext cx="73152" cy="12984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602736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75%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8368" y="422452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fields accepted without editing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3474720"/>
            <a:ext cx="2029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97480" y="3474720"/>
            <a:ext cx="73152" cy="1298448"/>
          </a:xfrm>
          <a:prstGeom prst="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98648" y="3602736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898648" y="422452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churn for activated workspaces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56048" y="1965960"/>
            <a:ext cx="3730752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20848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PHASES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38928" y="2523744"/>
            <a:ext cx="201168" cy="201168"/>
          </a:xfrm>
          <a:prstGeom prst="ellipse">
            <a:avLst/>
          </a:prstGeom>
          <a:solidFill>
            <a:srgbClr val="787774"/>
          </a:solidFill>
          <a:ln w="12700">
            <a:solidFill>
              <a:srgbClr val="7877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3248" y="245973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81344" y="245973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13248" y="27249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dogfooding. Manual notes only. Validate extraction quality &amp; latency.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38928" y="3273552"/>
            <a:ext cx="201168" cy="201168"/>
          </a:xfrm>
          <a:prstGeom prst="ellipse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320954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81344" y="320954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13248" y="34747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invited small teams. Transcript mode live. In-app feedback. Fix accuracy.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38928" y="4023360"/>
            <a:ext cx="201168" cy="20116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395935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81344" y="39593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13248" y="42245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 workspace plans. Full feature set. All three outputs + both input modes.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WHY THIS. WHY NOW.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sharp problem.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purposeful fix.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606040" cy="260604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2606040" cy="64008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331720"/>
            <a:ext cx="475488" cy="475488"/>
          </a:xfrm>
          <a:prstGeom prst="ellipse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38658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29077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earns its place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3456432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to Action doesn't add AI for novelty. It applies intelligence to one high-frequency, genuinely painful workflow that happens every day in every team.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73552" y="2148840"/>
            <a:ext cx="2606040" cy="260604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73552" y="2148840"/>
            <a:ext cx="2606040" cy="64008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331720"/>
            <a:ext cx="475488" cy="475488"/>
          </a:xfrm>
          <a:prstGeom prst="ellipse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38658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38144" y="29077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is universal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38144" y="3456432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that runs meetings has this problem. Every team using Notion already has the notes. No new tool, no new habit — just a smarter next step.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9904" y="2148840"/>
            <a:ext cx="2606040" cy="260604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89904" y="2148840"/>
            <a:ext cx="2606040" cy="64008"/>
          </a:xfrm>
          <a:prstGeom prst="rect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91072" y="2331720"/>
            <a:ext cx="475488" cy="475488"/>
          </a:xfrm>
          <a:prstGeom prst="ellipse">
            <a:avLst/>
          </a:prstGeom>
          <a:solidFill>
            <a:srgbClr val="E8612A"/>
          </a:solidFill>
          <a:ln w="12700">
            <a:solidFill>
              <a:srgbClr val="E861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386584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54496" y="29077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54496" y="3456432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indicators, user confirmation, and explicit privacy controls mean teams stay in control. AI assists execution. It doesn't silently commit to it.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4828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Adehoun  ·  Hello PM Mentorship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to Action — Notion</dc:title>
  <dc:subject>PptxGenJS Presentation</dc:subject>
  <dc:creator>Samuel Adehoun</dc:creator>
  <cp:lastModifiedBy>Samuel Adehoun</cp:lastModifiedBy>
  <cp:revision>1</cp:revision>
  <dcterms:created xsi:type="dcterms:W3CDTF">2026-03-16T17:13:43Z</dcterms:created>
  <dcterms:modified xsi:type="dcterms:W3CDTF">2026-03-16T17:13:43Z</dcterms:modified>
</cp:coreProperties>
</file>